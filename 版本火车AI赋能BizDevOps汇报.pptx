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AI赋能BizDevOps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版本火车需求管理系统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3383280"/>
            <a:ext cx="3840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AI原生研发竞赛参赛作品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AI赋能BizDevOps团队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传统研发管理的困境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需求变更频繁，版本管理混乱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跨系统协同困难，信息孤岛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566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人工排期效率低，容量不可视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研发-测试-运维流程断裂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4572000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6459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6858000" y="3657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→ 开发 → 测试 → 运维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流程断裂，信息丢失，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协作低效</a:t>
            </a:r>
            <a:endParaRPr lang="en-US" sz="12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版本火车 × AI：结构化发布管理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2560320"/>
          </a:xfrm>
          <a:prstGeom prst="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🚂 版本火车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固定周期节奏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统一纳版→封板→投产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结构化发布管理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2560320" cy="2560320"/>
          </a:xfrm>
          <a:prstGeom prst="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AI智能纳版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 + 容量 + 依赖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三维调度引擎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智能排期建议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371600"/>
            <a:ext cx="2560320" cy="2560320"/>
          </a:xfrm>
          <a:prstGeom prst="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BizDevOps一体化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8745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BA-开发-测试-运维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全链路协同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信息透明可审计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让需求从"静态记录"变为"可规划、可追踪、可审计"的发布计划</a:t>
            </a:r>
            <a:endParaRPr lang="en-US" sz="14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AI编程：从工具到协作伙伴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Breakdown-Merge-Aggregate-Deploy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分解-合并-聚合-部署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🔃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9496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Ralph Wiggum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快速原型-验证-迭代循环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持续反馈驱动开发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02336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规格驱动开发，先设计后编码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657600"/>
            <a:ext cx="402336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949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343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人机协作框架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AI执行 + 人类审核</a:t>
            </a:r>
            <a:endParaRPr lang="en-US" sz="10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我们的AI协作实践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188720" cy="548640"/>
          </a:xfrm>
          <a:prstGeom prst="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737360"/>
            <a:ext cx="1645920" cy="1737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45920" y="1463040"/>
            <a:ext cx="1188720" cy="548640"/>
          </a:xfrm>
          <a:prstGeom prst="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AI生成PRD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737360"/>
            <a:ext cx="3017520" cy="1737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17520" y="1463040"/>
            <a:ext cx="1188720" cy="548640"/>
          </a:xfrm>
          <a:prstGeom prst="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4389120" cy="1737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1463040"/>
            <a:ext cx="1188720" cy="548640"/>
          </a:xfrm>
          <a:prstGeom prst="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AI编码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1737360"/>
            <a:ext cx="5760720" cy="1737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1463040"/>
            <a:ext cx="1188720" cy="548640"/>
          </a:xfrm>
          <a:prstGeom prst="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737360"/>
            <a:ext cx="7132320" cy="1737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0" y="1463040"/>
            <a:ext cx="1188720" cy="548640"/>
          </a:xfrm>
          <a:prstGeom prst="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1920240" cy="20116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4天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完成PRD+立项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926080"/>
            <a:ext cx="1920240" cy="20116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16天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46888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全功能开发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926080"/>
            <a:ext cx="1920240" cy="20116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275个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7200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测试用例100%通过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2926080"/>
            <a:ext cx="1920240" cy="20116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31089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67512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AI生成代码占比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用户旅程：从需求到投产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645920" cy="640080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需求录入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691640"/>
            <a:ext cx="2057400" cy="1691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1371600"/>
            <a:ext cx="1645920" cy="640080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需求评审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691640"/>
            <a:ext cx="3977640" cy="1691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1371600"/>
            <a:ext cx="1645920" cy="640080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纳版搭载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1691640"/>
            <a:ext cx="5897880" cy="1691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1371600"/>
            <a:ext cx="1645920" cy="640080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开发测试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技术经理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测试经理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7818120" cy="1691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63840" y="1371600"/>
            <a:ext cx="1645920" cy="640080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55480" y="1691640"/>
            <a:ext cx="9738360" cy="1691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4080" y="1371600"/>
            <a:ext cx="1645920" cy="640080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3272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= AI赋能点：智能推荐、自动检查、影响分析、风险预警</a:t>
            </a:r>
            <a:endParaRPr lang="en-US" sz="11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BA的业务起点：结构化需求录入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截图：需求录入页面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标准化字段：标题、描述、归属系统、优先级、工作量点数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依赖关系管理：关联依赖 + 风险分级(A/B/C)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AI赋能：智能推荐优先级、自动识别依赖冲突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286000" cy="365760"/>
          </a:xfrm>
          <a:prstGeom prst="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业务归属人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BA发起评审：需求进入协作流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截图：需求列表-发起评审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评审发起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一键发起评审，自动通知产品经理/项目经理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状态流转：草稿 → 待评审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AI赋能：评审前自动检查需求完整性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286000" cy="365760"/>
          </a:xfrm>
          <a:prstGeom prst="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业务归属人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产品经理/项目经理：评审决策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截图：需求评审操作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评审决策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评审通过/拒绝，需填写原因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查看需求全貌：描述、依赖、工作量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AI赋能：AI辅助评审建议（基于历史数据）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3200400" cy="365760"/>
          </a:xfrm>
          <a:prstGeom prst="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产品经理 / 项目经理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火车管理员：纳版搭载与容量管理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截图：班次详情-纳版管理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纳版管理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可视化容量：总容量/已使用/剩余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待纳版/已纳版需求列表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AI赋能：AI智能排期建议（优先级+容量+依赖）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560320" cy="365760"/>
          </a:xfrm>
          <a:prstGeom prst="rect">
            <a:avLst>
              <a:gd name="adj" fmla="val 37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火车管理员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AI智能纳版：三维调度引擎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3657600" cy="2286000"/>
          </a:xfrm>
          <a:prstGeom prst="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截图：AI排期建议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28600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规则先行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确定性规则引擎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AI不改变结果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1371600"/>
            <a:ext cx="228600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AI解释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18745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自然语言解释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排期理由和风险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228600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人工确认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管理员确认后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才执行纳版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3291840"/>
            <a:ext cx="228600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风险可见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3794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依赖风险分级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warning/high/critical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技术经理：开发进度追踪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截图：子状态-开发中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子状态流转：开发中 → SIT测试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需求变更：已纳版状态可发起变更（退回草稿）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AI赋能：变更影响分析（受影响的依赖需求提示）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286000" cy="365760"/>
          </a:xfrm>
          <a:prstGeom prst="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技术经理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测试经理：质量把关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截图：子状态-SIT/UAT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SIT通过 → UAT测试 → 封板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各阶段明确责任人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AI赋能：测试覆盖率建议、风险需求标记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286000" cy="365760"/>
          </a:xfrm>
          <a:prstGeom prst="rect">
            <a:avLst>
              <a:gd name="adj" fmla="val 37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测试经理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BA封板确认：代码冻结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截图：UAT通过-封板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封板管理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UAT通过后BA确认封板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封板后仅支持紧急变更（需审批）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AI赋能：封板前自动检查未完成事项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286000" cy="365760"/>
          </a:xfrm>
          <a:prstGeom prst="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业务归属人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封板后的紧急变更：可控的例外管理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828800" cy="822960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BA发起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紧急变更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057400"/>
            <a:ext cx="2468880" cy="2057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645920"/>
            <a:ext cx="1828800" cy="822960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项目经理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4663440" cy="2057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1645920"/>
            <a:ext cx="1828800" cy="822960"/>
          </a:xfrm>
          <a:prstGeom prst="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火车管理员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2057400"/>
            <a:ext cx="6858000" cy="2057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1645920"/>
            <a:ext cx="1828800" cy="822960"/>
          </a:xfrm>
          <a:prstGeom prst="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执行变更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097280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383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核心特性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审批留痕，全流程可审计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AI赋能：变更风险评估、影响范围分析</a:t>
            </a:r>
            <a:endParaRPr lang="en-US" sz="9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火车管理员：统一投产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截图：确认投产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投产管理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批量投产，一键发布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投产后可回滚（需填写原因）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2004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AI赋能：投产前健康检查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754880"/>
            <a:ext cx="2560320" cy="365760"/>
          </a:xfrm>
          <a:prstGeom prst="rect">
            <a:avLst>
              <a:gd name="adj" fmla="val 37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754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火车管理员</a:t>
            </a:r>
            <a:endParaRPr lang="en-US" sz="10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统一仪表盘：全局可视化管理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114800"/>
          </a:xfrm>
          <a:prstGeom prst="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截图：仪表盘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仪表盘功能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需求统计概览（按状态分类）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关键时间节点倒计时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角色待办列表（各角色看到不同待办）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5029200" cy="365760"/>
          </a:xfrm>
          <a:prstGeom prst="rect">
            <a:avLst>
              <a:gd name="adj" fmla="val 375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AI赋能：智能预警（容量超限、进度延迟）</a:t>
            </a:r>
            <a:endParaRPr lang="en-US" sz="9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AI赋能BizDevOps的核心价值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657600"/>
          </a:xfrm>
          <a:prstGeom prst="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2834640"/>
            <a:ext cx="10058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AI智能纳版减少80%排期时间</a:t>
            </a:r>
            <a:endParaRPr lang="en-US" sz="11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自动化状态流转</a:t>
            </a:r>
            <a:endParaRPr lang="en-US" sz="11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智能推荐优先级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3657600"/>
          </a:xfrm>
          <a:prstGeom prst="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质量保障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2834640"/>
            <a:ext cx="10058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108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需求完整性检查</a:t>
            </a:r>
            <a:endParaRPr lang="en-US" sz="11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变更影响分析</a:t>
            </a:r>
            <a:endParaRPr lang="en-US" sz="11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风险预警机制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657600"/>
          </a:xfrm>
          <a:prstGeom prst="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645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协同增强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834640"/>
            <a:ext cx="10058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108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多角色待办驱动</a:t>
            </a:r>
            <a:endParaRPr lang="en-US" sz="11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全流程可审计</a:t>
            </a:r>
            <a:endParaRPr lang="en-US" sz="11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信息透明共享</a:t>
            </a:r>
            <a:endParaRPr lang="en-US" sz="11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项目成果一览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828800"/>
          </a:xfrm>
          <a:prstGeom prst="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16天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全功能开发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1828800"/>
          </a:xfrm>
          <a:prstGeom prst="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54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275个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测试用例100%通过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1828800"/>
          </a:xfrm>
          <a:prstGeom prst="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544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4个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角色完整覆盖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2651760" cy="1828800"/>
          </a:xfrm>
          <a:prstGeom prst="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657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10个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需求状态全生命周期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3474720"/>
            <a:ext cx="2651760" cy="1828800"/>
          </a:xfrm>
          <a:prstGeom prst="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3657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0040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AI代码占比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474720"/>
            <a:ext cx="2651760" cy="1828800"/>
          </a:xfrm>
          <a:prstGeom prst="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657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9个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3504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工程文档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感谢评审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AI赋能BizDevOps，让研发管理更智能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3657600"/>
            <a:ext cx="3840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 / 二维码</a:t>
            </a:r>
            <a:endParaRPr lang="en-US" sz="14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AI赋能BizDevOps — 版本火车需求管理系统</dc:title>
  <dc:subject>PptxGenJS Presentation</dc:subject>
  <dc:creator>AI赋能BizDevOps团队</dc:creator>
  <cp:lastModifiedBy>AI赋能BizDevOps团队</cp:lastModifiedBy>
  <cp:revision>1</cp:revision>
  <dcterms:created xsi:type="dcterms:W3CDTF">2026-05-28T09:49:12Z</dcterms:created>
  <dcterms:modified xsi:type="dcterms:W3CDTF">2026-05-28T09:49:12Z</dcterms:modified>
</cp:coreProperties>
</file>